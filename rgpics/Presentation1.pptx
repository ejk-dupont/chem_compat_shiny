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37575-A379-2218-EA44-510555797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B3F1E-934B-E6AB-20BB-8A5C6D19E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69D7A-240E-98E3-F855-733217B00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A934-C99F-462D-B39D-295A63ECFE41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4ECF4-DC9B-1F75-A696-EAD52BC2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EB166-9411-FD19-7158-27FCC7DA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AEE3-875C-4504-9CBB-02FE5B5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19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24334-E91D-E2D5-18F8-1E423BF5F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2C5AE-3ACE-BD8A-BCE7-75592D548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76466-75FA-68A0-31D9-B89A904D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A934-C99F-462D-B39D-295A63ECFE41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FDF33-7CF2-EE66-A530-B084F0432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E2C8C-0297-253C-C45B-09AE48AAC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AEE3-875C-4504-9CBB-02FE5B5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3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054A6-F950-8A7A-D917-A8C8DF945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4AFBA-B243-9D60-D7B2-81EC12C8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5B9EA-F788-CEC6-F3BE-C41CD431A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A934-C99F-462D-B39D-295A63ECFE41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9B575-5267-D1AE-AB31-FC0B4F65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7496C-FAAC-36F1-E968-F2660859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AEE3-875C-4504-9CBB-02FE5B5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68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DBE99-8B6B-2ADA-D318-D4C97335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E9459-A3EC-9E9C-F33E-6A3D8AB79A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80881-3BCE-72DF-819A-286761538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D0B45-2DC9-217F-2C81-972A85475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A934-C99F-462D-B39D-295A63ECFE41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6E5EC-329F-EF0D-D112-C35560A5C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108BF-B60F-14F6-339F-E91FD762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AEE3-875C-4504-9CBB-02FE5B5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04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29519-67E0-B16F-01D5-7A779D252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54DAA-A27B-E628-3DD6-FECC6241C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2103A-3407-D92C-F92B-6DB117125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D5D80-7EE1-4728-C113-A49FDCEB4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A2A34-5570-73A6-96E9-5B2D40438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F91059-8D28-B296-CB39-E7DC5BFFA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A934-C99F-462D-B39D-295A63ECFE41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262C99-8B92-A785-5EDF-A86E12BD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9B1B6C-E606-92BA-BFFC-5D851DB1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AEE3-875C-4504-9CBB-02FE5B5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0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3CB3-8481-00AC-637A-AB141B73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5AB0B9-89CD-2FCC-B27F-685723EA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A934-C99F-462D-B39D-295A63ECFE41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331F1-14B1-9F09-6DEC-34218947D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725EC-8DF5-27FD-7E26-2319C1A23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AEE3-875C-4504-9CBB-02FE5B5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78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CBDC5-3A5E-A859-F7AA-214063B3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A934-C99F-462D-B39D-295A63ECFE41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63C941-568A-E52A-9EBE-B4F5922D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253E4-24C2-1270-645D-86AA04DD3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AEE3-875C-4504-9CBB-02FE5B5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0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2499-3D31-907C-3200-3789E77A2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E92A6-7304-66AA-96F5-E2EC0937A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0BAB2-D558-2513-5A65-D1046BA29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2A234-BCA2-41EA-2340-468D10BCB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A934-C99F-462D-B39D-295A63ECFE41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5C32B-C307-3715-83F4-D2B15B427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228EC-99F0-48D3-E220-A216E62A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AEE3-875C-4504-9CBB-02FE5B5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9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8266-12B7-387B-FC0D-A2558DCD6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15C09-8D03-5BE4-F5B8-5D28BB7B0E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2DA8F-12CE-DC64-50F4-AD1237F9B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90281-88D7-D302-7153-29B8190E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A934-C99F-462D-B39D-295A63ECFE41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84485-812F-45E2-B638-A2C70E1B8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5104-8AFB-5548-06B7-CDA83C1A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AEE3-875C-4504-9CBB-02FE5B5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93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43899-09BF-C778-BED4-D52BAF6D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9C9CA-5AB1-C2C5-539F-3B698096E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23E9F-8D84-E0EC-A229-D04C2CE48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A934-C99F-462D-B39D-295A63ECFE41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60570-8888-42F8-C8E7-4CE81E3F2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8E92A-BC24-55B4-6058-720C55F8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AEE3-875C-4504-9CBB-02FE5B5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18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87BD22-7D50-4EAA-40A5-4A5DD99C0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BBCCC-2092-22E6-D307-18D0B316A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85860-B038-00E7-7AB4-15EB09E0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8A934-C99F-462D-B39D-295A63ECFE41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6215B-87DA-EA70-CD1F-1507842CD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E4D5D-588C-A7B1-6EA1-6517CAE2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AEE3-875C-4504-9CBB-02FE5B5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2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4C4746-A620-3F85-920E-510FA8A33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3990B-D745-88C9-AE0A-A0280653B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0D90C-97DE-92D3-15BB-A39FB2644A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8A934-C99F-462D-B39D-295A63ECFE41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8E6A1-AFA4-CED7-31D7-B5B5199DD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6FED0-DBD9-F981-CC6E-A0532A8B3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7AEE3-875C-4504-9CBB-02FE5B5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1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12" Type="http://schemas.openxmlformats.org/officeDocument/2006/relationships/oleObject" Target="../embeddings/oleObject11.bin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0.emf"/><Relationship Id="rId5" Type="http://schemas.openxmlformats.org/officeDocument/2006/relationships/image" Target="../media/image7.e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7.emf"/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12" Type="http://schemas.openxmlformats.org/officeDocument/2006/relationships/oleObject" Target="../embeddings/oleObject17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6.emf"/><Relationship Id="rId5" Type="http://schemas.openxmlformats.org/officeDocument/2006/relationships/image" Target="../media/image13.e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5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0.emf"/><Relationship Id="rId12" Type="http://schemas.openxmlformats.org/officeDocument/2006/relationships/oleObject" Target="../embeddings/oleObject23.bin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2.emf"/><Relationship Id="rId5" Type="http://schemas.openxmlformats.org/officeDocument/2006/relationships/image" Target="../media/image19.e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27.emf"/><Relationship Id="rId3" Type="http://schemas.openxmlformats.org/officeDocument/2006/relationships/image" Target="../media/image19.emf"/><Relationship Id="rId7" Type="http://schemas.openxmlformats.org/officeDocument/2006/relationships/image" Target="../media/image24.emf"/><Relationship Id="rId12" Type="http://schemas.openxmlformats.org/officeDocument/2006/relationships/oleObject" Target="../embeddings/oleObject29.bin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6.emf"/><Relationship Id="rId5" Type="http://schemas.openxmlformats.org/officeDocument/2006/relationships/image" Target="../media/image20.e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0.emf"/><Relationship Id="rId12" Type="http://schemas.openxmlformats.org/officeDocument/2006/relationships/oleObject" Target="../embeddings/oleObject35.bin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2.emf"/><Relationship Id="rId5" Type="http://schemas.openxmlformats.org/officeDocument/2006/relationships/image" Target="../media/image29.e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25.emf"/><Relationship Id="rId3" Type="http://schemas.openxmlformats.org/officeDocument/2006/relationships/image" Target="../media/image34.emf"/><Relationship Id="rId7" Type="http://schemas.openxmlformats.org/officeDocument/2006/relationships/image" Target="../media/image36.emf"/><Relationship Id="rId12" Type="http://schemas.openxmlformats.org/officeDocument/2006/relationships/oleObject" Target="../embeddings/oleObject27.bin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24.emf"/><Relationship Id="rId5" Type="http://schemas.openxmlformats.org/officeDocument/2006/relationships/image" Target="../media/image35.e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3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43.emf"/><Relationship Id="rId3" Type="http://schemas.openxmlformats.org/officeDocument/2006/relationships/image" Target="../media/image38.emf"/><Relationship Id="rId7" Type="http://schemas.openxmlformats.org/officeDocument/2006/relationships/image" Target="../media/image40.emf"/><Relationship Id="rId12" Type="http://schemas.openxmlformats.org/officeDocument/2006/relationships/oleObject" Target="../embeddings/oleObject45.bin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2.emf"/><Relationship Id="rId5" Type="http://schemas.openxmlformats.org/officeDocument/2006/relationships/image" Target="../media/image39.e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1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31.emf"/><Relationship Id="rId3" Type="http://schemas.openxmlformats.org/officeDocument/2006/relationships/image" Target="../media/image44.emf"/><Relationship Id="rId7" Type="http://schemas.openxmlformats.org/officeDocument/2006/relationships/image" Target="../media/image46.emf"/><Relationship Id="rId12" Type="http://schemas.openxmlformats.org/officeDocument/2006/relationships/oleObject" Target="../embeddings/oleObject33.bin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30.emf"/><Relationship Id="rId5" Type="http://schemas.openxmlformats.org/officeDocument/2006/relationships/image" Target="../media/image45.e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4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48.emf"/><Relationship Id="rId7" Type="http://schemas.openxmlformats.org/officeDocument/2006/relationships/image" Target="../media/image50.e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52.emf"/><Relationship Id="rId5" Type="http://schemas.openxmlformats.org/officeDocument/2006/relationships/image" Target="../media/image49.e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1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image" Target="../media/image53.emf"/><Relationship Id="rId7" Type="http://schemas.openxmlformats.org/officeDocument/2006/relationships/image" Target="../media/image55.e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57.emf"/><Relationship Id="rId5" Type="http://schemas.openxmlformats.org/officeDocument/2006/relationships/image" Target="../media/image54.e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56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63.emf"/><Relationship Id="rId3" Type="http://schemas.openxmlformats.org/officeDocument/2006/relationships/image" Target="../media/image58.emf"/><Relationship Id="rId7" Type="http://schemas.openxmlformats.org/officeDocument/2006/relationships/image" Target="../media/image60.emf"/><Relationship Id="rId12" Type="http://schemas.openxmlformats.org/officeDocument/2006/relationships/oleObject" Target="../embeddings/oleObject65.bin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2.emf"/><Relationship Id="rId5" Type="http://schemas.openxmlformats.org/officeDocument/2006/relationships/image" Target="../media/image59.emf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69.emf"/><Relationship Id="rId3" Type="http://schemas.openxmlformats.org/officeDocument/2006/relationships/image" Target="../media/image64.emf"/><Relationship Id="rId7" Type="http://schemas.openxmlformats.org/officeDocument/2006/relationships/image" Target="../media/image66.emf"/><Relationship Id="rId12" Type="http://schemas.openxmlformats.org/officeDocument/2006/relationships/oleObject" Target="../embeddings/oleObject71.bin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8.emf"/><Relationship Id="rId5" Type="http://schemas.openxmlformats.org/officeDocument/2006/relationships/image" Target="../media/image65.e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7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image" Target="../media/image70.emf"/><Relationship Id="rId7" Type="http://schemas.openxmlformats.org/officeDocument/2006/relationships/image" Target="../media/image72.e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4.emf"/><Relationship Id="rId5" Type="http://schemas.openxmlformats.org/officeDocument/2006/relationships/image" Target="../media/image71.e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3" Type="http://schemas.openxmlformats.org/officeDocument/2006/relationships/image" Target="../media/image75.emf"/><Relationship Id="rId7" Type="http://schemas.openxmlformats.org/officeDocument/2006/relationships/image" Target="../media/image77.e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79.emf"/><Relationship Id="rId5" Type="http://schemas.openxmlformats.org/officeDocument/2006/relationships/image" Target="../media/image76.e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78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9D5387-999A-2A85-90E8-98AC946BF6A6}"/>
              </a:ext>
            </a:extLst>
          </p:cNvPr>
          <p:cNvSpPr/>
          <p:nvPr/>
        </p:nvSpPr>
        <p:spPr>
          <a:xfrm>
            <a:off x="5906274" y="2093375"/>
            <a:ext cx="5906277" cy="2097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5906277" cy="2097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380AA74-34EF-4F9C-85E3-D3B6F4EA49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905212"/>
              </p:ext>
            </p:extLst>
          </p:nvPr>
        </p:nvGraphicFramePr>
        <p:xfrm>
          <a:off x="6194918" y="2269499"/>
          <a:ext cx="5496769" cy="169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505031" imgH="775237" progId="ChemDraw.Document.6.0">
                  <p:embed/>
                </p:oleObj>
              </mc:Choice>
              <mc:Fallback>
                <p:oleObj name="CS ChemDraw Drawing" r:id="rId2" imgW="2505031" imgH="77523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94918" y="2269499"/>
                        <a:ext cx="5496769" cy="169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EA7F693-A9A0-04F1-D064-433337C38E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15568"/>
              </p:ext>
            </p:extLst>
          </p:nvPr>
        </p:nvGraphicFramePr>
        <p:xfrm>
          <a:off x="1105251" y="499009"/>
          <a:ext cx="3695770" cy="3470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770321" imgH="1662358" progId="ChemDraw.Document.6.0">
                  <p:embed/>
                </p:oleObj>
              </mc:Choice>
              <mc:Fallback>
                <p:oleObj name="CS ChemDraw Drawing" r:id="rId4" imgW="1770321" imgH="166235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5251" y="499009"/>
                        <a:ext cx="3695770" cy="3470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5906277" cy="2097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E0EF7-BE90-7140-6DAF-55E44AD325E4}"/>
              </a:ext>
            </a:extLst>
          </p:cNvPr>
          <p:cNvSpPr/>
          <p:nvPr/>
        </p:nvSpPr>
        <p:spPr>
          <a:xfrm>
            <a:off x="5906274" y="4186292"/>
            <a:ext cx="5906277" cy="2097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3E0B743-E869-252D-8F2B-FF69409475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379784"/>
              </p:ext>
            </p:extLst>
          </p:nvPr>
        </p:nvGraphicFramePr>
        <p:xfrm>
          <a:off x="2258605" y="4370848"/>
          <a:ext cx="1389061" cy="1815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609246" imgH="796447" progId="ChemDraw.Document.6.0">
                  <p:embed/>
                </p:oleObj>
              </mc:Choice>
              <mc:Fallback>
                <p:oleObj name="CS ChemDraw Drawing" r:id="rId6" imgW="609246" imgH="79644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58605" y="4370848"/>
                        <a:ext cx="1389061" cy="18159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49F8CAA8-E4FB-2ACD-31CE-C21E8F3C56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488156"/>
              </p:ext>
            </p:extLst>
          </p:nvPr>
        </p:nvGraphicFramePr>
        <p:xfrm>
          <a:off x="7075303" y="438676"/>
          <a:ext cx="3568212" cy="151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570960" imgH="667064" progId="ChemDraw.Document.6.0">
                  <p:embed/>
                </p:oleObj>
              </mc:Choice>
              <mc:Fallback>
                <p:oleObj name="CS ChemDraw Drawing" r:id="rId8" imgW="1570960" imgH="66706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075303" y="438676"/>
                        <a:ext cx="3568212" cy="1513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30DB992B-611B-3498-0913-A39E413C84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692425"/>
              </p:ext>
            </p:extLst>
          </p:nvPr>
        </p:nvGraphicFramePr>
        <p:xfrm>
          <a:off x="7744972" y="4370848"/>
          <a:ext cx="2228881" cy="172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939918" imgH="728044" progId="ChemDraw.Document.6.0">
                  <p:embed/>
                </p:oleObj>
              </mc:Choice>
              <mc:Fallback>
                <p:oleObj name="CS ChemDraw Drawing" r:id="rId10" imgW="939918" imgH="72804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44972" y="4370848"/>
                        <a:ext cx="2228881" cy="172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9566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9D5387-999A-2A85-90E8-98AC946BF6A6}"/>
              </a:ext>
            </a:extLst>
          </p:cNvPr>
          <p:cNvSpPr/>
          <p:nvPr/>
        </p:nvSpPr>
        <p:spPr>
          <a:xfrm>
            <a:off x="5906274" y="2093375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E0EF7-BE90-7140-6DAF-55E44AD325E4}"/>
              </a:ext>
            </a:extLst>
          </p:cNvPr>
          <p:cNvSpPr/>
          <p:nvPr/>
        </p:nvSpPr>
        <p:spPr>
          <a:xfrm>
            <a:off x="5906274" y="4186292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5E325F7-07B9-9DFD-D7FE-79648BB7C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818496"/>
              </p:ext>
            </p:extLst>
          </p:nvPr>
        </p:nvGraphicFramePr>
        <p:xfrm>
          <a:off x="1239027" y="173825"/>
          <a:ext cx="3428222" cy="1749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534278" imgH="783191" progId="ChemDraw.Document.6.0">
                  <p:embed/>
                </p:oleObj>
              </mc:Choice>
              <mc:Fallback>
                <p:oleObj name="CS ChemDraw Drawing" r:id="rId2" imgW="1534278" imgH="783191" progId="ChemDraw.Document.6.0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FE4B275B-424B-B6B9-8268-47445FF8C0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39027" y="173825"/>
                        <a:ext cx="3428222" cy="1749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94CAD63-4527-793E-547D-77C4F23F8B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479272"/>
              </p:ext>
            </p:extLst>
          </p:nvPr>
        </p:nvGraphicFramePr>
        <p:xfrm>
          <a:off x="7067303" y="284919"/>
          <a:ext cx="3584223" cy="1527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590631" imgH="678200" progId="ChemDraw.Document.6.0">
                  <p:embed/>
                </p:oleObj>
              </mc:Choice>
              <mc:Fallback>
                <p:oleObj name="CS ChemDraw Drawing" r:id="rId4" imgW="1590631" imgH="678200" progId="ChemDraw.Document.6.0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BDD04712-B445-6A20-67C8-B24EF0F08B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67303" y="284919"/>
                        <a:ext cx="3584223" cy="1527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14F4AE0-9174-DBD0-BA39-2596875A31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907018"/>
              </p:ext>
            </p:extLst>
          </p:nvPr>
        </p:nvGraphicFramePr>
        <p:xfrm>
          <a:off x="1084977" y="2359220"/>
          <a:ext cx="3736321" cy="1565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636351" imgH="685623" progId="ChemDraw.Document.6.0">
                  <p:embed/>
                </p:oleObj>
              </mc:Choice>
              <mc:Fallback>
                <p:oleObj name="CS ChemDraw Drawing" r:id="rId6" imgW="1636351" imgH="68562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84977" y="2359220"/>
                        <a:ext cx="3736321" cy="15655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248305DC-17EF-108E-30F0-4CBBE5E72D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570688"/>
              </p:ext>
            </p:extLst>
          </p:nvPr>
        </p:nvGraphicFramePr>
        <p:xfrm>
          <a:off x="8376528" y="2644402"/>
          <a:ext cx="965767" cy="1256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415201" imgH="540863" progId="ChemDraw.Document.6.0">
                  <p:embed/>
                </p:oleObj>
              </mc:Choice>
              <mc:Fallback>
                <p:oleObj name="CS ChemDraw Drawing" r:id="rId8" imgW="415201" imgH="54086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76528" y="2644402"/>
                        <a:ext cx="965767" cy="12569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6FD8895A-4FB5-0C41-5B53-064218AF8B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094481"/>
              </p:ext>
            </p:extLst>
          </p:nvPr>
        </p:nvGraphicFramePr>
        <p:xfrm>
          <a:off x="2305195" y="4410343"/>
          <a:ext cx="1295884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534286" imgH="684032" progId="ChemDraw.Document.6.0">
                  <p:embed/>
                </p:oleObj>
              </mc:Choice>
              <mc:Fallback>
                <p:oleObj name="CS ChemDraw Drawing" r:id="rId10" imgW="534286" imgH="68403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05195" y="4410343"/>
                        <a:ext cx="1295884" cy="165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6E2F4D73-5A15-8EBF-202D-6F5961FEC5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069612"/>
              </p:ext>
            </p:extLst>
          </p:nvPr>
        </p:nvGraphicFramePr>
        <p:xfrm>
          <a:off x="8094952" y="4737777"/>
          <a:ext cx="1528924" cy="1375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664535" imgH="598661" progId="ChemDraw.Document.6.0">
                  <p:embed/>
                </p:oleObj>
              </mc:Choice>
              <mc:Fallback>
                <p:oleObj name="CS ChemDraw Drawing" r:id="rId12" imgW="664535" imgH="59866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094952" y="4737777"/>
                        <a:ext cx="1528924" cy="1375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4185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9D5387-999A-2A85-90E8-98AC946BF6A6}"/>
              </a:ext>
            </a:extLst>
          </p:cNvPr>
          <p:cNvSpPr/>
          <p:nvPr/>
        </p:nvSpPr>
        <p:spPr>
          <a:xfrm>
            <a:off x="5906274" y="2093375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E0EF7-BE90-7140-6DAF-55E44AD325E4}"/>
              </a:ext>
            </a:extLst>
          </p:cNvPr>
          <p:cNvSpPr/>
          <p:nvPr/>
        </p:nvSpPr>
        <p:spPr>
          <a:xfrm>
            <a:off x="5906274" y="4186292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2EC20A5-F9FD-CEC2-A990-849D1168F8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22273"/>
              </p:ext>
            </p:extLst>
          </p:nvPr>
        </p:nvGraphicFramePr>
        <p:xfrm>
          <a:off x="2024128" y="383891"/>
          <a:ext cx="1858019" cy="1489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760228" imgH="609266" progId="ChemDraw.Document.6.0">
                  <p:embed/>
                </p:oleObj>
              </mc:Choice>
              <mc:Fallback>
                <p:oleObj name="CS ChemDraw Drawing" r:id="rId2" imgW="760228" imgH="609266" progId="ChemDraw.Document.6.0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4606B901-1E5D-CCD8-F4A8-240304F99F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24128" y="383891"/>
                        <a:ext cx="1858019" cy="1489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322FEB2-97D9-7E4E-8478-A37E8681FC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422006"/>
              </p:ext>
            </p:extLst>
          </p:nvPr>
        </p:nvGraphicFramePr>
        <p:xfrm>
          <a:off x="6579444" y="167987"/>
          <a:ext cx="4559935" cy="1757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022313" imgH="780009" progId="ChemDraw.Document.6.0">
                  <p:embed/>
                </p:oleObj>
              </mc:Choice>
              <mc:Fallback>
                <p:oleObj name="CS ChemDraw Drawing" r:id="rId4" imgW="2022313" imgH="780009" progId="ChemDraw.Document.6.0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1A65EFFA-2E1A-FB87-8E80-BC166732A9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79444" y="167987"/>
                        <a:ext cx="4559935" cy="17574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BAC48BA-402B-17FF-920D-AFCB15546A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865886"/>
              </p:ext>
            </p:extLst>
          </p:nvPr>
        </p:nvGraphicFramePr>
        <p:xfrm>
          <a:off x="2060782" y="2454036"/>
          <a:ext cx="1784709" cy="1576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749064" imgH="661231" progId="ChemDraw.Document.6.0">
                  <p:embed/>
                </p:oleObj>
              </mc:Choice>
              <mc:Fallback>
                <p:oleObj name="CS ChemDraw Drawing" r:id="rId6" imgW="749064" imgH="66123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60782" y="2454036"/>
                        <a:ext cx="1784709" cy="15767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90EE8FD3-C27F-2FF9-1CDC-D5AA47662D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5194"/>
              </p:ext>
            </p:extLst>
          </p:nvPr>
        </p:nvGraphicFramePr>
        <p:xfrm>
          <a:off x="6018015" y="2333323"/>
          <a:ext cx="5682792" cy="1697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2444425" imgH="730695" progId="ChemDraw.Document.6.0">
                  <p:embed/>
                </p:oleObj>
              </mc:Choice>
              <mc:Fallback>
                <p:oleObj name="CS ChemDraw Drawing" r:id="rId8" imgW="2444425" imgH="73069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18015" y="2333323"/>
                        <a:ext cx="5682792" cy="1697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06069A4D-F192-DD36-3208-6117220D36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781219"/>
              </p:ext>
            </p:extLst>
          </p:nvPr>
        </p:nvGraphicFramePr>
        <p:xfrm>
          <a:off x="1748312" y="4426469"/>
          <a:ext cx="2409650" cy="1697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1037206" imgH="730695" progId="ChemDraw.Document.6.0">
                  <p:embed/>
                </p:oleObj>
              </mc:Choice>
              <mc:Fallback>
                <p:oleObj name="CS ChemDraw Drawing" r:id="rId10" imgW="1037206" imgH="73069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48312" y="4426469"/>
                        <a:ext cx="2409650" cy="1697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8F1B058E-0775-7E29-F279-9ECE7C3A34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501229"/>
              </p:ext>
            </p:extLst>
          </p:nvPr>
        </p:nvGraphicFramePr>
        <p:xfrm>
          <a:off x="8235078" y="4460926"/>
          <a:ext cx="1486640" cy="1658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630511" imgH="703652" progId="ChemDraw.Document.6.0">
                  <p:embed/>
                </p:oleObj>
              </mc:Choice>
              <mc:Fallback>
                <p:oleObj name="CS ChemDraw Drawing" r:id="rId12" imgW="630511" imgH="70365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235078" y="4460926"/>
                        <a:ext cx="1486640" cy="1658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5511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9D5387-999A-2A85-90E8-98AC946BF6A6}"/>
              </a:ext>
            </a:extLst>
          </p:cNvPr>
          <p:cNvSpPr/>
          <p:nvPr/>
        </p:nvSpPr>
        <p:spPr>
          <a:xfrm>
            <a:off x="5906274" y="2093375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E0EF7-BE90-7140-6DAF-55E44AD325E4}"/>
              </a:ext>
            </a:extLst>
          </p:cNvPr>
          <p:cNvSpPr/>
          <p:nvPr/>
        </p:nvSpPr>
        <p:spPr>
          <a:xfrm>
            <a:off x="5906274" y="4186292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0AB0414-A556-8942-2CA9-5B0B323623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308315"/>
              </p:ext>
            </p:extLst>
          </p:nvPr>
        </p:nvGraphicFramePr>
        <p:xfrm>
          <a:off x="1041233" y="112646"/>
          <a:ext cx="3823810" cy="187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594884" imgH="781070" progId="ChemDraw.Document.6.0">
                  <p:embed/>
                </p:oleObj>
              </mc:Choice>
              <mc:Fallback>
                <p:oleObj name="CS ChemDraw Drawing" r:id="rId2" imgW="1594884" imgH="781070" progId="ChemDraw.Document.6.0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B46BA8EC-0DD0-8C95-D20A-09B9AF88CF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41233" y="112646"/>
                        <a:ext cx="3823810" cy="18719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F8BBE89-DFFE-67B8-A417-82136B6F7D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138494"/>
              </p:ext>
            </p:extLst>
          </p:nvPr>
        </p:nvGraphicFramePr>
        <p:xfrm>
          <a:off x="6545884" y="2343847"/>
          <a:ext cx="4627055" cy="170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961175" imgH="723272" progId="ChemDraw.Document.6.0">
                  <p:embed/>
                </p:oleObj>
              </mc:Choice>
              <mc:Fallback>
                <p:oleObj name="CS ChemDraw Drawing" r:id="rId4" imgW="1961175" imgH="72327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45884" y="2343847"/>
                        <a:ext cx="4627055" cy="17084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2929605-33EF-5E8B-2C52-07CEB3BE9C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689030"/>
              </p:ext>
            </p:extLst>
          </p:nvPr>
        </p:nvGraphicFramePr>
        <p:xfrm>
          <a:off x="6106173" y="428587"/>
          <a:ext cx="5506483" cy="1396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2491208" imgH="632067" progId="ChemDraw.Document.6.0">
                  <p:embed/>
                </p:oleObj>
              </mc:Choice>
              <mc:Fallback>
                <p:oleObj name="CS ChemDraw Drawing" r:id="rId6" imgW="2491208" imgH="63206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06173" y="428587"/>
                        <a:ext cx="5506483" cy="13968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823EC1A-81C1-CE84-11CC-B70C165D7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551010"/>
              </p:ext>
            </p:extLst>
          </p:nvPr>
        </p:nvGraphicFramePr>
        <p:xfrm>
          <a:off x="1297896" y="2693098"/>
          <a:ext cx="3310482" cy="134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500786" imgH="611917" progId="ChemDraw.Document.6.0">
                  <p:embed/>
                </p:oleObj>
              </mc:Choice>
              <mc:Fallback>
                <p:oleObj name="CS ChemDraw Drawing" r:id="rId8" imgW="1500786" imgH="611917" progId="ChemDraw.Document.6.0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17FDA4D2-68DC-802B-A443-96945F244A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97896" y="2693098"/>
                        <a:ext cx="3310482" cy="1348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3221F-D62B-94E4-4871-3C9C3F2F2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284116"/>
              </p:ext>
            </p:extLst>
          </p:nvPr>
        </p:nvGraphicFramePr>
        <p:xfrm>
          <a:off x="1944874" y="4343078"/>
          <a:ext cx="2268197" cy="1867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960120" imgH="790614" progId="ChemDraw.Document.6.0">
                  <p:embed/>
                </p:oleObj>
              </mc:Choice>
              <mc:Fallback>
                <p:oleObj name="CS ChemDraw Drawing" r:id="rId10" imgW="960120" imgH="790614" progId="ChemDraw.Document.6.0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D0C96501-0D5D-2F1E-CC0D-BA5C826F13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44874" y="4343078"/>
                        <a:ext cx="2268197" cy="1867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0120285D-2F0D-20EF-122B-019D3A867F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931731"/>
              </p:ext>
            </p:extLst>
          </p:nvPr>
        </p:nvGraphicFramePr>
        <p:xfrm>
          <a:off x="7743610" y="4260583"/>
          <a:ext cx="2231602" cy="1948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889413" imgH="776828" progId="ChemDraw.Document.6.0">
                  <p:embed/>
                </p:oleObj>
              </mc:Choice>
              <mc:Fallback>
                <p:oleObj name="CS ChemDraw Drawing" r:id="rId12" imgW="889413" imgH="77682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743610" y="4260583"/>
                        <a:ext cx="2231602" cy="1948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276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10612072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10612072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F8BBE89-DFFE-67B8-A417-82136B6F7D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409103"/>
              </p:ext>
            </p:extLst>
          </p:nvPr>
        </p:nvGraphicFramePr>
        <p:xfrm>
          <a:off x="6008887" y="270065"/>
          <a:ext cx="4343026" cy="1603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961175" imgH="723272" progId="ChemDraw.Document.6.0">
                  <p:embed/>
                </p:oleObj>
              </mc:Choice>
              <mc:Fallback>
                <p:oleObj name="CS ChemDraw Drawing" r:id="rId2" imgW="1961175" imgH="723272" progId="ChemDraw.Document.6.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F8BBE89-DFFE-67B8-A417-82136B6F7D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08887" y="270065"/>
                        <a:ext cx="4343026" cy="16035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2929605-33EF-5E8B-2C52-07CEB3BE9C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278645"/>
              </p:ext>
            </p:extLst>
          </p:nvPr>
        </p:nvGraphicFramePr>
        <p:xfrm>
          <a:off x="199896" y="422135"/>
          <a:ext cx="5506483" cy="1396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491208" imgH="632067" progId="ChemDraw.Document.6.0">
                  <p:embed/>
                </p:oleObj>
              </mc:Choice>
              <mc:Fallback>
                <p:oleObj name="CS ChemDraw Drawing" r:id="rId4" imgW="2491208" imgH="632067" progId="ChemDraw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C2929605-33EF-5E8B-2C52-07CEB3BE9C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9896" y="422135"/>
                        <a:ext cx="5506483" cy="13968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A499A7F-0B0B-15D0-E0B4-C9BA6F7F7D9A}"/>
              </a:ext>
            </a:extLst>
          </p:cNvPr>
          <p:cNvSpPr/>
          <p:nvPr/>
        </p:nvSpPr>
        <p:spPr>
          <a:xfrm>
            <a:off x="0" y="4194496"/>
            <a:ext cx="859032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5C78CEE-913A-E9D2-5158-3CB437052C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001315"/>
              </p:ext>
            </p:extLst>
          </p:nvPr>
        </p:nvGraphicFramePr>
        <p:xfrm>
          <a:off x="245725" y="2151956"/>
          <a:ext cx="5850275" cy="1818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2690569" imgH="836216" progId="ChemDraw.Document.6.0">
                  <p:embed/>
                </p:oleObj>
              </mc:Choice>
              <mc:Fallback>
                <p:oleObj name="CS ChemDraw Drawing" r:id="rId6" imgW="2690569" imgH="836216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4952E975-0E3C-FF9B-0ACE-92FD81EB2F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5725" y="2151956"/>
                        <a:ext cx="5850275" cy="1818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21C9BE3-98CE-FA5E-395B-EA2BF5B309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007908"/>
              </p:ext>
            </p:extLst>
          </p:nvPr>
        </p:nvGraphicFramePr>
        <p:xfrm>
          <a:off x="6341725" y="2272766"/>
          <a:ext cx="3446199" cy="1698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642730" imgH="810234" progId="ChemDraw.Document.6.0">
                  <p:embed/>
                </p:oleObj>
              </mc:Choice>
              <mc:Fallback>
                <p:oleObj name="CS ChemDraw Drawing" r:id="rId8" imgW="1642730" imgH="810234" progId="ChemDraw.Document.6.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23D50938-197E-32C5-6360-7E5BCC1EAC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341725" y="2272766"/>
                        <a:ext cx="3446199" cy="16981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60061EC6-CB28-9753-692F-367EC01391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062329"/>
              </p:ext>
            </p:extLst>
          </p:nvPr>
        </p:nvGraphicFramePr>
        <p:xfrm>
          <a:off x="245725" y="4460855"/>
          <a:ext cx="3873347" cy="1564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1619870" imgH="653278" progId="ChemDraw.Document.6.0">
                  <p:embed/>
                </p:oleObj>
              </mc:Choice>
              <mc:Fallback>
                <p:oleObj name="CS ChemDraw Drawing" r:id="rId10" imgW="1619870" imgH="65327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5725" y="4460855"/>
                        <a:ext cx="3873347" cy="1564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9581C396-1583-030A-27FA-8B5426C2B9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142167"/>
              </p:ext>
            </p:extLst>
          </p:nvPr>
        </p:nvGraphicFramePr>
        <p:xfrm>
          <a:off x="4283313" y="4525789"/>
          <a:ext cx="3789617" cy="1499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1628908" imgH="644263" progId="ChemDraw.Document.6.0">
                  <p:embed/>
                </p:oleObj>
              </mc:Choice>
              <mc:Fallback>
                <p:oleObj name="CS ChemDraw Drawing" r:id="rId12" imgW="1628908" imgH="64426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283313" y="4525789"/>
                        <a:ext cx="3789617" cy="1499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9944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10612072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8674216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499A7F-0B0B-15D0-E0B4-C9BA6F7F7D9A}"/>
              </a:ext>
            </a:extLst>
          </p:cNvPr>
          <p:cNvSpPr/>
          <p:nvPr/>
        </p:nvSpPr>
        <p:spPr>
          <a:xfrm>
            <a:off x="0" y="4194496"/>
            <a:ext cx="859032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4F5CB46-D577-63B3-D7BA-A5B59541CD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853257"/>
              </p:ext>
            </p:extLst>
          </p:nvPr>
        </p:nvGraphicFramePr>
        <p:xfrm>
          <a:off x="188715" y="173150"/>
          <a:ext cx="3952566" cy="1750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699083" imgH="752436" progId="ChemDraw.Document.6.0">
                  <p:embed/>
                </p:oleObj>
              </mc:Choice>
              <mc:Fallback>
                <p:oleObj name="CS ChemDraw Drawing" r:id="rId2" imgW="1699083" imgH="752436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F2AC8F9-1093-F247-0C40-FB75FCE2C9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8715" y="173150"/>
                        <a:ext cx="3952566" cy="17509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BC0F40F-E4DE-0C36-84F0-7DFFF73E6C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687218"/>
              </p:ext>
            </p:extLst>
          </p:nvPr>
        </p:nvGraphicFramePr>
        <p:xfrm>
          <a:off x="4329995" y="246928"/>
          <a:ext cx="3952566" cy="1677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761815" imgH="748194" progId="ChemDraw.Document.6.0">
                  <p:embed/>
                </p:oleObj>
              </mc:Choice>
              <mc:Fallback>
                <p:oleObj name="CS ChemDraw Drawing" r:id="rId4" imgW="1761815" imgH="748194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8F2D034C-B6FA-3C72-F066-A8DB3597D6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9995" y="246928"/>
                        <a:ext cx="3952566" cy="1677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15987FC-2DC8-3D26-C9C3-CA2B204BAF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61960"/>
              </p:ext>
            </p:extLst>
          </p:nvPr>
        </p:nvGraphicFramePr>
        <p:xfrm>
          <a:off x="101090" y="2457882"/>
          <a:ext cx="5642747" cy="149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2459311" imgH="650626" progId="ChemDraw.Document.6.0">
                  <p:embed/>
                </p:oleObj>
              </mc:Choice>
              <mc:Fallback>
                <p:oleObj name="CS ChemDraw Drawing" r:id="rId6" imgW="2459311" imgH="650626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1EDA906C-0324-70C0-CA94-0743AB7884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090" y="2457882"/>
                        <a:ext cx="5642747" cy="1493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CE133A81-66D3-71B8-B6BB-40AE33D090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5220665"/>
              </p:ext>
            </p:extLst>
          </p:nvPr>
        </p:nvGraphicFramePr>
        <p:xfrm>
          <a:off x="6096000" y="2294535"/>
          <a:ext cx="4065494" cy="1702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788928" imgH="749254" progId="ChemDraw.Document.6.0">
                  <p:embed/>
                </p:oleObj>
              </mc:Choice>
              <mc:Fallback>
                <p:oleObj name="CS ChemDraw Drawing" r:id="rId8" imgW="1788928" imgH="749254" progId="ChemDraw.Document.6.0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F0956E31-2FAC-6A19-87AA-431F2FDE80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96000" y="2294535"/>
                        <a:ext cx="4065494" cy="1702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3623A9CF-F2DF-B4F5-D255-AF733C566B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250327"/>
              </p:ext>
            </p:extLst>
          </p:nvPr>
        </p:nvGraphicFramePr>
        <p:xfrm>
          <a:off x="154518" y="4437548"/>
          <a:ext cx="3816569" cy="1591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1690045" imgH="705243" progId="ChemDraw.Document.6.0">
                  <p:embed/>
                </p:oleObj>
              </mc:Choice>
              <mc:Fallback>
                <p:oleObj name="CS ChemDraw Drawing" r:id="rId10" imgW="1690045" imgH="705243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ED32E14F-9DC3-BAF4-7579-4A1E18F1ED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4518" y="4437548"/>
                        <a:ext cx="3816569" cy="1591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662A63BD-6A49-DE52-CB36-9A728C5F0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276"/>
              </p:ext>
            </p:extLst>
          </p:nvPr>
        </p:nvGraphicFramePr>
        <p:xfrm>
          <a:off x="4337109" y="4194495"/>
          <a:ext cx="3637761" cy="2037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1663464" imgH="932193" progId="ChemDraw.Document.6.0">
                  <p:embed/>
                </p:oleObj>
              </mc:Choice>
              <mc:Fallback>
                <p:oleObj name="CS ChemDraw Drawing" r:id="rId12" imgW="1663464" imgH="93219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37109" y="4194495"/>
                        <a:ext cx="3637761" cy="20375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715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9D5387-999A-2A85-90E8-98AC946BF6A6}"/>
              </a:ext>
            </a:extLst>
          </p:cNvPr>
          <p:cNvSpPr/>
          <p:nvPr/>
        </p:nvSpPr>
        <p:spPr>
          <a:xfrm>
            <a:off x="5906274" y="2093375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E0EF7-BE90-7140-6DAF-55E44AD325E4}"/>
              </a:ext>
            </a:extLst>
          </p:cNvPr>
          <p:cNvSpPr/>
          <p:nvPr/>
        </p:nvSpPr>
        <p:spPr>
          <a:xfrm>
            <a:off x="5906274" y="4186292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436F651-2731-FF19-2D59-1B281743C9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01808"/>
              </p:ext>
            </p:extLst>
          </p:nvPr>
        </p:nvGraphicFramePr>
        <p:xfrm>
          <a:off x="2136416" y="123401"/>
          <a:ext cx="1633444" cy="1850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57624" imgH="744482" progId="ChemDraw.Document.6.0">
                  <p:embed/>
                </p:oleObj>
              </mc:Choice>
              <mc:Fallback>
                <p:oleObj name="CS ChemDraw Drawing" r:id="rId2" imgW="657624" imgH="744482" progId="ChemDraw.Document.6.0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254C24A0-9A6A-4E2A-1B12-441F347D22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36416" y="123401"/>
                        <a:ext cx="1633444" cy="1850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D61BFFD-5071-A797-EED3-5B26F4867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007201"/>
              </p:ext>
            </p:extLst>
          </p:nvPr>
        </p:nvGraphicFramePr>
        <p:xfrm>
          <a:off x="7660008" y="371916"/>
          <a:ext cx="2398812" cy="1601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931944" imgH="622523" progId="ChemDraw.Document.6.0">
                  <p:embed/>
                </p:oleObj>
              </mc:Choice>
              <mc:Fallback>
                <p:oleObj name="CS ChemDraw Drawing" r:id="rId4" imgW="931944" imgH="62252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60008" y="371916"/>
                        <a:ext cx="2398812" cy="1601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0393C00-8B93-2EAD-EDC6-52E0769C0C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585668"/>
              </p:ext>
            </p:extLst>
          </p:nvPr>
        </p:nvGraphicFramePr>
        <p:xfrm>
          <a:off x="697684" y="2684232"/>
          <a:ext cx="4510906" cy="1382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796371" imgH="550938" progId="ChemDraw.Document.6.0">
                  <p:embed/>
                </p:oleObj>
              </mc:Choice>
              <mc:Fallback>
                <p:oleObj name="CS ChemDraw Drawing" r:id="rId6" imgW="1796371" imgH="550938" progId="ChemDraw.Document.6.0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0ED22592-2F43-0BA0-3470-8D0EE9B611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7684" y="2684232"/>
                        <a:ext cx="4510906" cy="1382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606EB7E-E18B-03AA-37FE-F6836E46E9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400025"/>
              </p:ext>
            </p:extLst>
          </p:nvPr>
        </p:nvGraphicFramePr>
        <p:xfrm>
          <a:off x="1997656" y="4473991"/>
          <a:ext cx="1910963" cy="1572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816580" imgH="671306" progId="ChemDraw.Document.6.0">
                  <p:embed/>
                </p:oleObj>
              </mc:Choice>
              <mc:Fallback>
                <p:oleObj name="CS ChemDraw Drawing" r:id="rId8" imgW="816580" imgH="671306" progId="ChemDraw.Document.6.0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C91D33EC-6CF9-6D7C-5F62-C7D92D37AA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97656" y="4473991"/>
                        <a:ext cx="1910963" cy="15726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4952E975-0E3C-FF9B-0ACE-92FD81EB2F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514702"/>
              </p:ext>
            </p:extLst>
          </p:nvPr>
        </p:nvGraphicFramePr>
        <p:xfrm>
          <a:off x="5906273" y="2258636"/>
          <a:ext cx="5850275" cy="1818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2690569" imgH="836216" progId="ChemDraw.Document.6.0">
                  <p:embed/>
                </p:oleObj>
              </mc:Choice>
              <mc:Fallback>
                <p:oleObj name="CS ChemDraw Drawing" r:id="rId10" imgW="2690569" imgH="836216" progId="ChemDraw.Document.6.0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00D9636E-E001-EEAD-24A4-DFF63EA804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06273" y="2258636"/>
                        <a:ext cx="5850275" cy="1818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23D50938-197E-32C5-6360-7E5BCC1EAC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83391"/>
              </p:ext>
            </p:extLst>
          </p:nvPr>
        </p:nvGraphicFramePr>
        <p:xfrm>
          <a:off x="6918399" y="4343960"/>
          <a:ext cx="3826021" cy="1885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1642730" imgH="810234" progId="ChemDraw.Document.6.0">
                  <p:embed/>
                </p:oleObj>
              </mc:Choice>
              <mc:Fallback>
                <p:oleObj name="CS ChemDraw Drawing" r:id="rId12" imgW="1642730" imgH="81023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18399" y="4343960"/>
                        <a:ext cx="3826021" cy="1885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7350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9D5387-999A-2A85-90E8-98AC946BF6A6}"/>
              </a:ext>
            </a:extLst>
          </p:cNvPr>
          <p:cNvSpPr/>
          <p:nvPr/>
        </p:nvSpPr>
        <p:spPr>
          <a:xfrm>
            <a:off x="5906274" y="2093375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E0EF7-BE90-7140-6DAF-55E44AD325E4}"/>
              </a:ext>
            </a:extLst>
          </p:cNvPr>
          <p:cNvSpPr/>
          <p:nvPr/>
        </p:nvSpPr>
        <p:spPr>
          <a:xfrm>
            <a:off x="5906274" y="4186292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A76FBEF-87A5-CC92-0759-9B7E294476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55923"/>
              </p:ext>
            </p:extLst>
          </p:nvPr>
        </p:nvGraphicFramePr>
        <p:xfrm>
          <a:off x="2324862" y="430181"/>
          <a:ext cx="1256552" cy="1438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26843" imgH="603433" progId="ChemDraw.Document.6.0">
                  <p:embed/>
                </p:oleObj>
              </mc:Choice>
              <mc:Fallback>
                <p:oleObj name="CS ChemDraw Drawing" r:id="rId2" imgW="526843" imgH="603433" progId="ChemDraw.Document.6.0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A83908FF-3A76-CF38-7A30-10F7BE39D5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24862" y="430181"/>
                        <a:ext cx="1256552" cy="1438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D98E802-DA96-19B4-394B-D197DA582F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169124"/>
              </p:ext>
            </p:extLst>
          </p:nvPr>
        </p:nvGraphicFramePr>
        <p:xfrm>
          <a:off x="7982869" y="192321"/>
          <a:ext cx="1753085" cy="1737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718761" imgH="712666" progId="ChemDraw.Document.6.0">
                  <p:embed/>
                </p:oleObj>
              </mc:Choice>
              <mc:Fallback>
                <p:oleObj name="CS ChemDraw Drawing" r:id="rId4" imgW="718761" imgH="71266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82869" y="192321"/>
                        <a:ext cx="1753085" cy="1737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10EA5EBB-DDEF-BB4C-0C86-1F162713B2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206400"/>
              </p:ext>
            </p:extLst>
          </p:nvPr>
        </p:nvGraphicFramePr>
        <p:xfrm>
          <a:off x="1946328" y="2387246"/>
          <a:ext cx="2013620" cy="1688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895793" imgH="750845" progId="ChemDraw.Document.6.0">
                  <p:embed/>
                </p:oleObj>
              </mc:Choice>
              <mc:Fallback>
                <p:oleObj name="CS ChemDraw Drawing" r:id="rId6" imgW="895793" imgH="750845" progId="ChemDraw.Document.6.0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FD9E4418-EE63-980B-CD71-7CB5FDA17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46328" y="2387246"/>
                        <a:ext cx="2013620" cy="1688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F959FE6-66C3-BA6C-E995-282B1AC412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90844"/>
              </p:ext>
            </p:extLst>
          </p:nvPr>
        </p:nvGraphicFramePr>
        <p:xfrm>
          <a:off x="8040347" y="2465971"/>
          <a:ext cx="1700552" cy="1552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731520" imgH="668655" progId="ChemDraw.Document.6.0">
                  <p:embed/>
                </p:oleObj>
              </mc:Choice>
              <mc:Fallback>
                <p:oleObj name="CS ChemDraw Drawing" r:id="rId8" imgW="731520" imgH="668655" progId="ChemDraw.Document.6.0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952EB968-62ED-6564-1051-12C372EC8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40347" y="2465971"/>
                        <a:ext cx="1700552" cy="15529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01C5E100-D78D-95C8-73B2-51306D0F0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534609"/>
              </p:ext>
            </p:extLst>
          </p:nvPr>
        </p:nvGraphicFramePr>
        <p:xfrm>
          <a:off x="218504" y="4271153"/>
          <a:ext cx="5603491" cy="201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2338631" imgH="839398" progId="ChemDraw.Document.6.0">
                  <p:embed/>
                </p:oleObj>
              </mc:Choice>
              <mc:Fallback>
                <p:oleObj name="CS ChemDraw Drawing" r:id="rId10" imgW="2338631" imgH="83939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8504" y="4271153"/>
                        <a:ext cx="5603491" cy="2012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38D30708-D687-D88E-8C4C-6C872071DF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4002747"/>
              </p:ext>
            </p:extLst>
          </p:nvPr>
        </p:nvGraphicFramePr>
        <p:xfrm>
          <a:off x="7995975" y="4658455"/>
          <a:ext cx="1726872" cy="1552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693243" imgH="624113" progId="ChemDraw.Document.6.0">
                  <p:embed/>
                </p:oleObj>
              </mc:Choice>
              <mc:Fallback>
                <p:oleObj name="CS ChemDraw Drawing" r:id="rId12" imgW="693243" imgH="624113" progId="ChemDraw.Document.6.0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040E0919-95F9-BAC4-3B87-B8CE6B47BD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995975" y="4658455"/>
                        <a:ext cx="1726872" cy="15529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5656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9D5387-999A-2A85-90E8-98AC946BF6A6}"/>
              </a:ext>
            </a:extLst>
          </p:cNvPr>
          <p:cNvSpPr/>
          <p:nvPr/>
        </p:nvSpPr>
        <p:spPr>
          <a:xfrm>
            <a:off x="5906274" y="2093375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E0EF7-BE90-7140-6DAF-55E44AD325E4}"/>
              </a:ext>
            </a:extLst>
          </p:cNvPr>
          <p:cNvSpPr/>
          <p:nvPr/>
        </p:nvSpPr>
        <p:spPr>
          <a:xfrm>
            <a:off x="5906274" y="4186292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FF7F4F1-E92F-5C1F-63CF-11775767E0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460184"/>
              </p:ext>
            </p:extLst>
          </p:nvPr>
        </p:nvGraphicFramePr>
        <p:xfrm>
          <a:off x="2048654" y="125489"/>
          <a:ext cx="1808968" cy="1846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770329" imgH="785842" progId="ChemDraw.Document.6.0">
                  <p:embed/>
                </p:oleObj>
              </mc:Choice>
              <mc:Fallback>
                <p:oleObj name="CS ChemDraw Drawing" r:id="rId2" imgW="770329" imgH="785842" progId="ChemDraw.Document.6.0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D4E554F1-5025-2C30-0099-CFA5277881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48654" y="125489"/>
                        <a:ext cx="1808968" cy="18462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19730A0-B04E-C4C2-DA89-9743FAF66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205990"/>
              </p:ext>
            </p:extLst>
          </p:nvPr>
        </p:nvGraphicFramePr>
        <p:xfrm>
          <a:off x="8057271" y="129516"/>
          <a:ext cx="1604286" cy="1842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64003" imgH="761450" progId="ChemDraw.Document.6.0">
                  <p:embed/>
                </p:oleObj>
              </mc:Choice>
              <mc:Fallback>
                <p:oleObj name="CS ChemDraw Drawing" r:id="rId4" imgW="664003" imgH="761450" progId="ChemDraw.Document.6.0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0FCD6789-2300-1C0B-8330-FE33617918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57271" y="129516"/>
                        <a:ext cx="1604286" cy="18422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F88A80D-A32D-02D6-7DCB-F7F4BA2A00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154334"/>
              </p:ext>
            </p:extLst>
          </p:nvPr>
        </p:nvGraphicFramePr>
        <p:xfrm>
          <a:off x="815156" y="2524994"/>
          <a:ext cx="4275964" cy="1454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637946" imgH="557301" progId="ChemDraw.Document.6.0">
                  <p:embed/>
                </p:oleObj>
              </mc:Choice>
              <mc:Fallback>
                <p:oleObj name="CS ChemDraw Drawing" r:id="rId6" imgW="1637946" imgH="557301" progId="ChemDraw.Document.6.0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5DE22657-9B8B-F08F-F758-9C8CD8A0F2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5156" y="2524994"/>
                        <a:ext cx="4275964" cy="14543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65D36A66-6F04-9F04-9FF5-4777714A0B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546102"/>
              </p:ext>
            </p:extLst>
          </p:nvPr>
        </p:nvGraphicFramePr>
        <p:xfrm>
          <a:off x="2364007" y="4495520"/>
          <a:ext cx="1178260" cy="1576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525248" imgH="703652" progId="ChemDraw.Document.6.0">
                  <p:embed/>
                </p:oleObj>
              </mc:Choice>
              <mc:Fallback>
                <p:oleObj name="CS ChemDraw Drawing" r:id="rId8" imgW="525248" imgH="703652" progId="ChemDraw.Document.6.0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07F8C608-483A-3A2F-6365-9CA62CB943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64007" y="4495520"/>
                        <a:ext cx="1178260" cy="15769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EDA906C-0324-70C0-CA94-0743AB7884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886613"/>
              </p:ext>
            </p:extLst>
          </p:nvPr>
        </p:nvGraphicFramePr>
        <p:xfrm>
          <a:off x="5981773" y="2524994"/>
          <a:ext cx="5642747" cy="149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2459311" imgH="650626" progId="ChemDraw.Document.6.0">
                  <p:embed/>
                </p:oleObj>
              </mc:Choice>
              <mc:Fallback>
                <p:oleObj name="CS ChemDraw Drawing" r:id="rId10" imgW="2459311" imgH="65062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81773" y="2524994"/>
                        <a:ext cx="5642747" cy="1493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F0956E31-2FAC-6A19-87AA-431F2FDE80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863098"/>
              </p:ext>
            </p:extLst>
          </p:nvPr>
        </p:nvGraphicFramePr>
        <p:xfrm>
          <a:off x="6826667" y="4495520"/>
          <a:ext cx="4065494" cy="1702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1788928" imgH="749254" progId="ChemDraw.Document.6.0">
                  <p:embed/>
                </p:oleObj>
              </mc:Choice>
              <mc:Fallback>
                <p:oleObj name="CS ChemDraw Drawing" r:id="rId12" imgW="1788928" imgH="749254" progId="ChemDraw.Document.6.0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5526E61C-6717-C4C9-060B-3F4AC0B41D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26667" y="4495520"/>
                        <a:ext cx="4065494" cy="1702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9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9D5387-999A-2A85-90E8-98AC946BF6A6}"/>
              </a:ext>
            </a:extLst>
          </p:cNvPr>
          <p:cNvSpPr/>
          <p:nvPr/>
        </p:nvSpPr>
        <p:spPr>
          <a:xfrm>
            <a:off x="5906274" y="2093375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E0EF7-BE90-7140-6DAF-55E44AD325E4}"/>
              </a:ext>
            </a:extLst>
          </p:cNvPr>
          <p:cNvSpPr/>
          <p:nvPr/>
        </p:nvSpPr>
        <p:spPr>
          <a:xfrm>
            <a:off x="5906274" y="4186292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40CF3F4-33E9-DEDC-97FD-37F517B8BB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991924"/>
              </p:ext>
            </p:extLst>
          </p:nvPr>
        </p:nvGraphicFramePr>
        <p:xfrm>
          <a:off x="2150995" y="496631"/>
          <a:ext cx="1604286" cy="1278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64003" imgH="528667" progId="ChemDraw.Document.6.0">
                  <p:embed/>
                </p:oleObj>
              </mc:Choice>
              <mc:Fallback>
                <p:oleObj name="CS ChemDraw Drawing" r:id="rId2" imgW="664003" imgH="528667" progId="ChemDraw.Document.6.0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619D7429-01C0-D761-E0CF-91EA8D7039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50995" y="496631"/>
                        <a:ext cx="1604286" cy="1278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A8D86E9-A29A-51C5-3A8C-D8ECED23B0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66135"/>
              </p:ext>
            </p:extLst>
          </p:nvPr>
        </p:nvGraphicFramePr>
        <p:xfrm>
          <a:off x="8057271" y="407275"/>
          <a:ext cx="1604286" cy="1282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697496" imgH="557831" progId="ChemDraw.Document.6.0">
                  <p:embed/>
                </p:oleObj>
              </mc:Choice>
              <mc:Fallback>
                <p:oleObj name="CS ChemDraw Drawing" r:id="rId4" imgW="697496" imgH="55783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57271" y="407275"/>
                        <a:ext cx="1604286" cy="1282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853D677-393C-C154-6C0E-ADE2DD55D5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368635"/>
              </p:ext>
            </p:extLst>
          </p:nvPr>
        </p:nvGraphicFramePr>
        <p:xfrm>
          <a:off x="2150994" y="2545529"/>
          <a:ext cx="1604286" cy="1444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686863" imgH="618811" progId="ChemDraw.Document.6.0">
                  <p:embed/>
                </p:oleObj>
              </mc:Choice>
              <mc:Fallback>
                <p:oleObj name="CS ChemDraw Drawing" r:id="rId6" imgW="686863" imgH="61881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50994" y="2545529"/>
                        <a:ext cx="1604286" cy="14449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17144CC2-5786-6672-1877-ABC781C403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960208"/>
              </p:ext>
            </p:extLst>
          </p:nvPr>
        </p:nvGraphicFramePr>
        <p:xfrm>
          <a:off x="844210" y="4390289"/>
          <a:ext cx="4016518" cy="1697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599668" imgH="676079" progId="ChemDraw.Document.6.0">
                  <p:embed/>
                </p:oleObj>
              </mc:Choice>
              <mc:Fallback>
                <p:oleObj name="CS ChemDraw Drawing" r:id="rId8" imgW="1599668" imgH="676079" progId="ChemDraw.Document.6.0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F59621C9-1F6B-C4EE-359C-39699F153C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44210" y="4390289"/>
                        <a:ext cx="4016518" cy="1697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5DBBCA7-1AE0-4B2B-6EEA-9C6426FD2F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313439"/>
              </p:ext>
            </p:extLst>
          </p:nvPr>
        </p:nvGraphicFramePr>
        <p:xfrm>
          <a:off x="7025597" y="2561463"/>
          <a:ext cx="3667634" cy="3726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1690045" imgH="1716975" progId="ChemDraw.Document.6.0">
                  <p:embed/>
                </p:oleObj>
              </mc:Choice>
              <mc:Fallback>
                <p:oleObj name="CS ChemDraw Drawing" r:id="rId10" imgW="1690045" imgH="171697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025597" y="2561463"/>
                        <a:ext cx="3667634" cy="37261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2582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9D5387-999A-2A85-90E8-98AC946BF6A6}"/>
              </a:ext>
            </a:extLst>
          </p:cNvPr>
          <p:cNvSpPr/>
          <p:nvPr/>
        </p:nvSpPr>
        <p:spPr>
          <a:xfrm>
            <a:off x="5906274" y="2093375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E0EF7-BE90-7140-6DAF-55E44AD325E4}"/>
              </a:ext>
            </a:extLst>
          </p:cNvPr>
          <p:cNvSpPr/>
          <p:nvPr/>
        </p:nvSpPr>
        <p:spPr>
          <a:xfrm>
            <a:off x="5906274" y="4186292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FC1A726-FED2-BA07-6053-24E21A7437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775771"/>
              </p:ext>
            </p:extLst>
          </p:nvPr>
        </p:nvGraphicFramePr>
        <p:xfrm>
          <a:off x="2206591" y="570358"/>
          <a:ext cx="1493094" cy="139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83727" imgH="545105" progId="ChemDraw.Document.6.0">
                  <p:embed/>
                </p:oleObj>
              </mc:Choice>
              <mc:Fallback>
                <p:oleObj name="CS ChemDraw Drawing" r:id="rId2" imgW="583727" imgH="545105" progId="ChemDraw.Document.6.0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F70C8E72-E560-F6CE-844F-6077DB9B9E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6591" y="570358"/>
                        <a:ext cx="1493094" cy="1391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A74AFB7-AAD1-884F-5938-B9ABC1154F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41188"/>
              </p:ext>
            </p:extLst>
          </p:nvPr>
        </p:nvGraphicFramePr>
        <p:xfrm>
          <a:off x="944879" y="2450100"/>
          <a:ext cx="4016517" cy="3759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660806" imgH="1553655" progId="ChemDraw.Document.6.0">
                  <p:embed/>
                </p:oleObj>
              </mc:Choice>
              <mc:Fallback>
                <p:oleObj name="CS ChemDraw Drawing" r:id="rId4" imgW="1660806" imgH="1553655" progId="ChemDraw.Document.6.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1E251151-99E2-EBA4-CE8E-E0DF98659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4879" y="2450100"/>
                        <a:ext cx="4016517" cy="37592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0DF2594-0275-4477-0D9C-007E6F82D3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789784"/>
              </p:ext>
            </p:extLst>
          </p:nvPr>
        </p:nvGraphicFramePr>
        <p:xfrm>
          <a:off x="6799536" y="693257"/>
          <a:ext cx="4119751" cy="1268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753309" imgH="539272" progId="ChemDraw.Document.6.0">
                  <p:embed/>
                </p:oleObj>
              </mc:Choice>
              <mc:Fallback>
                <p:oleObj name="CS ChemDraw Drawing" r:id="rId6" imgW="1753309" imgH="53927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99536" y="693257"/>
                        <a:ext cx="4119751" cy="12687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1400396-F08B-62FD-52EB-ACC87987DF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603231"/>
              </p:ext>
            </p:extLst>
          </p:nvPr>
        </p:nvGraphicFramePr>
        <p:xfrm>
          <a:off x="6851155" y="2692511"/>
          <a:ext cx="3895142" cy="1260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637946" imgH="530258" progId="ChemDraw.Document.6.0">
                  <p:embed/>
                </p:oleObj>
              </mc:Choice>
              <mc:Fallback>
                <p:oleObj name="CS ChemDraw Drawing" r:id="rId8" imgW="1637946" imgH="53025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51155" y="2692511"/>
                        <a:ext cx="3895142" cy="1260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FC3AA973-339D-0DE6-CE5D-AC9489AA31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390645"/>
              </p:ext>
            </p:extLst>
          </p:nvPr>
        </p:nvGraphicFramePr>
        <p:xfrm>
          <a:off x="7097243" y="4433486"/>
          <a:ext cx="3524342" cy="1731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1539063" imgH="755617" progId="ChemDraw.Document.6.0">
                  <p:embed/>
                </p:oleObj>
              </mc:Choice>
              <mc:Fallback>
                <p:oleObj name="CS ChemDraw Drawing" r:id="rId10" imgW="1539063" imgH="75561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097243" y="4433486"/>
                        <a:ext cx="3524342" cy="17312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7527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9D5387-999A-2A85-90E8-98AC946BF6A6}"/>
              </a:ext>
            </a:extLst>
          </p:cNvPr>
          <p:cNvSpPr/>
          <p:nvPr/>
        </p:nvSpPr>
        <p:spPr>
          <a:xfrm>
            <a:off x="5906274" y="2093375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E0EF7-BE90-7140-6DAF-55E44AD325E4}"/>
              </a:ext>
            </a:extLst>
          </p:cNvPr>
          <p:cNvSpPr/>
          <p:nvPr/>
        </p:nvSpPr>
        <p:spPr>
          <a:xfrm>
            <a:off x="5906274" y="4186292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665AEBE-6650-CD07-E283-0A062F92D4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344902"/>
              </p:ext>
            </p:extLst>
          </p:nvPr>
        </p:nvGraphicFramePr>
        <p:xfrm>
          <a:off x="1367831" y="343640"/>
          <a:ext cx="3496239" cy="1491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611896" imgH="686684" progId="ChemDraw.Document.6.0">
                  <p:embed/>
                </p:oleObj>
              </mc:Choice>
              <mc:Fallback>
                <p:oleObj name="CS ChemDraw Drawing" r:id="rId2" imgW="1611896" imgH="686684" progId="ChemDraw.Document.6.0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0D3E8307-21BF-016C-DE00-E6E9B6E286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67831" y="343640"/>
                        <a:ext cx="3496239" cy="1491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50D601A-BF7E-6348-348E-6C938B58D2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937404"/>
              </p:ext>
            </p:extLst>
          </p:nvPr>
        </p:nvGraphicFramePr>
        <p:xfrm>
          <a:off x="1037198" y="2504169"/>
          <a:ext cx="3826872" cy="1424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732575" imgH="644263" progId="ChemDraw.Document.6.0">
                  <p:embed/>
                </p:oleObj>
              </mc:Choice>
              <mc:Fallback>
                <p:oleObj name="CS ChemDraw Drawing" r:id="rId4" imgW="1732575" imgH="644263" progId="ChemDraw.Document.6.0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86097B7F-FA5D-13D0-DC2A-4906C8CEE7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7198" y="2504169"/>
                        <a:ext cx="3826872" cy="1424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1315071-FF5F-69C6-FBBF-DAA1203BEE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94178"/>
              </p:ext>
            </p:extLst>
          </p:nvPr>
        </p:nvGraphicFramePr>
        <p:xfrm>
          <a:off x="2252658" y="4456606"/>
          <a:ext cx="1455656" cy="1623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662408" imgH="738649" progId="ChemDraw.Document.6.0">
                  <p:embed/>
                </p:oleObj>
              </mc:Choice>
              <mc:Fallback>
                <p:oleObj name="CS ChemDraw Drawing" r:id="rId6" imgW="662408" imgH="73864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52658" y="4456606"/>
                        <a:ext cx="1455656" cy="16232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2E40E52-ABF5-9229-1E41-4C8A4DE88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06208"/>
              </p:ext>
            </p:extLst>
          </p:nvPr>
        </p:nvGraphicFramePr>
        <p:xfrm>
          <a:off x="8061979" y="574460"/>
          <a:ext cx="1594871" cy="1313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684205" imgH="563134" progId="ChemDraw.Document.6.0">
                  <p:embed/>
                </p:oleObj>
              </mc:Choice>
              <mc:Fallback>
                <p:oleObj name="CS ChemDraw Drawing" r:id="rId8" imgW="684205" imgH="56313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61979" y="574460"/>
                        <a:ext cx="1594871" cy="13136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88D09CF-8E2C-45E0-5693-3D6A1CED03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611257"/>
              </p:ext>
            </p:extLst>
          </p:nvPr>
        </p:nvGraphicFramePr>
        <p:xfrm>
          <a:off x="7893773" y="2460510"/>
          <a:ext cx="1931278" cy="1478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819770" imgH="627295" progId="ChemDraw.Document.6.0">
                  <p:embed/>
                </p:oleObj>
              </mc:Choice>
              <mc:Fallback>
                <p:oleObj name="CS ChemDraw Drawing" r:id="rId10" imgW="819770" imgH="62729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893773" y="2460510"/>
                        <a:ext cx="1931278" cy="14784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F0DAAD5-EA6B-690F-4921-FB7803B3D7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005965"/>
              </p:ext>
            </p:extLst>
          </p:nvPr>
        </p:nvGraphicFramePr>
        <p:xfrm>
          <a:off x="7027219" y="4385411"/>
          <a:ext cx="3664386" cy="1674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1587441" imgH="725393" progId="ChemDraw.Document.6.0">
                  <p:embed/>
                </p:oleObj>
              </mc:Choice>
              <mc:Fallback>
                <p:oleObj name="CS ChemDraw Drawing" r:id="rId12" imgW="1587441" imgH="72539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027219" y="4385411"/>
                        <a:ext cx="3664386" cy="16746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0998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9D5387-999A-2A85-90E8-98AC946BF6A6}"/>
              </a:ext>
            </a:extLst>
          </p:cNvPr>
          <p:cNvSpPr/>
          <p:nvPr/>
        </p:nvSpPr>
        <p:spPr>
          <a:xfrm>
            <a:off x="5906274" y="2093375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E0EF7-BE90-7140-6DAF-55E44AD325E4}"/>
              </a:ext>
            </a:extLst>
          </p:cNvPr>
          <p:cNvSpPr/>
          <p:nvPr/>
        </p:nvSpPr>
        <p:spPr>
          <a:xfrm>
            <a:off x="5906274" y="4186292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5AE42C1-DECA-9B21-378F-1F52BF9582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264133"/>
              </p:ext>
            </p:extLst>
          </p:nvPr>
        </p:nvGraphicFramePr>
        <p:xfrm>
          <a:off x="150177" y="453462"/>
          <a:ext cx="5605923" cy="1392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614546" imgH="649035" progId="ChemDraw.Document.6.0">
                  <p:embed/>
                </p:oleObj>
              </mc:Choice>
              <mc:Fallback>
                <p:oleObj name="CS ChemDraw Drawing" r:id="rId2" imgW="2614546" imgH="649035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D36A8D5A-BDE6-A195-A99A-F7E45F136F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0177" y="453462"/>
                        <a:ext cx="5605923" cy="1392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177710E-C56A-0468-B2C4-6EB8F27783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538876"/>
              </p:ext>
            </p:extLst>
          </p:nvPr>
        </p:nvGraphicFramePr>
        <p:xfrm>
          <a:off x="970466" y="2348915"/>
          <a:ext cx="3965343" cy="1728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784143" imgH="778418" progId="ChemDraw.Document.6.0">
                  <p:embed/>
                </p:oleObj>
              </mc:Choice>
              <mc:Fallback>
                <p:oleObj name="CS ChemDraw Drawing" r:id="rId4" imgW="1784143" imgH="77841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70466" y="2348915"/>
                        <a:ext cx="3965343" cy="1728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1761975-1588-F412-73D7-5C31CE826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084643"/>
              </p:ext>
            </p:extLst>
          </p:nvPr>
        </p:nvGraphicFramePr>
        <p:xfrm>
          <a:off x="1361192" y="4488602"/>
          <a:ext cx="3184525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372663" imgH="725393" progId="ChemDraw.Document.6.0">
                  <p:embed/>
                </p:oleObj>
              </mc:Choice>
              <mc:Fallback>
                <p:oleObj name="CS ChemDraw Drawing" r:id="rId6" imgW="1372663" imgH="725393" progId="ChemDraw.Document.6.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8640B94F-98A3-ACE2-7088-F2D4EC4A1D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61192" y="4488602"/>
                        <a:ext cx="3184525" cy="168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4F16FCB-71DD-75E3-C9F0-7CA8048EF3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685183"/>
              </p:ext>
            </p:extLst>
          </p:nvPr>
        </p:nvGraphicFramePr>
        <p:xfrm>
          <a:off x="6096000" y="207330"/>
          <a:ext cx="5531142" cy="1792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2562978" imgH="829853" progId="ChemDraw.Document.6.0">
                  <p:embed/>
                </p:oleObj>
              </mc:Choice>
              <mc:Fallback>
                <p:oleObj name="CS ChemDraw Drawing" r:id="rId8" imgW="2562978" imgH="82985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96000" y="207330"/>
                        <a:ext cx="5531142" cy="17923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CB85964-D4C0-63F7-898A-952F5DE9C7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412869"/>
              </p:ext>
            </p:extLst>
          </p:nvPr>
        </p:nvGraphicFramePr>
        <p:xfrm>
          <a:off x="6929204" y="2207908"/>
          <a:ext cx="3860419" cy="1899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1786801" imgH="880228" progId="ChemDraw.Document.6.0">
                  <p:embed/>
                </p:oleObj>
              </mc:Choice>
              <mc:Fallback>
                <p:oleObj name="CS ChemDraw Drawing" r:id="rId10" imgW="1786801" imgH="88022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929204" y="2207908"/>
                        <a:ext cx="3860419" cy="18993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87745D3-7B94-B7A4-93AD-04E96D29CB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400279"/>
              </p:ext>
            </p:extLst>
          </p:nvPr>
        </p:nvGraphicFramePr>
        <p:xfrm>
          <a:off x="6020799" y="4383438"/>
          <a:ext cx="5707011" cy="178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2651760" imgH="829853" progId="ChemDraw.Document.6.0">
                  <p:embed/>
                </p:oleObj>
              </mc:Choice>
              <mc:Fallback>
                <p:oleObj name="CS ChemDraw Drawing" r:id="rId12" imgW="2651760" imgH="82985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20799" y="4383438"/>
                        <a:ext cx="5707011" cy="1787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3315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9D5387-999A-2A85-90E8-98AC946BF6A6}"/>
              </a:ext>
            </a:extLst>
          </p:cNvPr>
          <p:cNvSpPr/>
          <p:nvPr/>
        </p:nvSpPr>
        <p:spPr>
          <a:xfrm>
            <a:off x="5906274" y="2093375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E0EF7-BE90-7140-6DAF-55E44AD325E4}"/>
              </a:ext>
            </a:extLst>
          </p:cNvPr>
          <p:cNvSpPr/>
          <p:nvPr/>
        </p:nvSpPr>
        <p:spPr>
          <a:xfrm>
            <a:off x="5906274" y="4186292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A88AA8D-E048-653C-7726-AE47C97DF7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184048"/>
              </p:ext>
            </p:extLst>
          </p:nvPr>
        </p:nvGraphicFramePr>
        <p:xfrm>
          <a:off x="1364064" y="2244882"/>
          <a:ext cx="3358938" cy="1848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514608" imgH="833565" progId="ChemDraw.Document.6.0">
                  <p:embed/>
                </p:oleObj>
              </mc:Choice>
              <mc:Fallback>
                <p:oleObj name="CS ChemDraw Drawing" r:id="rId2" imgW="1514608" imgH="83356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64064" y="2244882"/>
                        <a:ext cx="3358938" cy="1848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DC118CD-0EFB-B569-333C-8D893ADA02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590349"/>
              </p:ext>
            </p:extLst>
          </p:nvPr>
        </p:nvGraphicFramePr>
        <p:xfrm>
          <a:off x="1254952" y="4688549"/>
          <a:ext cx="3568718" cy="1366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628908" imgH="624644" progId="ChemDraw.Document.6.0">
                  <p:embed/>
                </p:oleObj>
              </mc:Choice>
              <mc:Fallback>
                <p:oleObj name="CS ChemDraw Drawing" r:id="rId4" imgW="1628908" imgH="624644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4952" y="4688549"/>
                        <a:ext cx="3568718" cy="13669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4092147-A9AA-08BC-EE4F-3BD7A7EF1F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624083"/>
              </p:ext>
            </p:extLst>
          </p:nvPr>
        </p:nvGraphicFramePr>
        <p:xfrm>
          <a:off x="5995592" y="402442"/>
          <a:ext cx="5727639" cy="1628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2642191" imgH="750845" progId="ChemDraw.Document.6.0">
                  <p:embed/>
                </p:oleObj>
              </mc:Choice>
              <mc:Fallback>
                <p:oleObj name="CS ChemDraw Drawing" r:id="rId6" imgW="2642191" imgH="75084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95592" y="402442"/>
                        <a:ext cx="5727639" cy="16281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7686558-D071-037D-ED3C-DE87D7758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291063"/>
              </p:ext>
            </p:extLst>
          </p:nvPr>
        </p:nvGraphicFramePr>
        <p:xfrm>
          <a:off x="6883131" y="2407137"/>
          <a:ext cx="3952566" cy="3692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761815" imgH="1646981" progId="ChemDraw.Document.6.0">
                  <p:embed/>
                </p:oleObj>
              </mc:Choice>
              <mc:Fallback>
                <p:oleObj name="CS ChemDraw Drawing" r:id="rId8" imgW="1761815" imgH="164698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83131" y="2407137"/>
                        <a:ext cx="3952566" cy="3692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B8B71A3-1B19-402C-9F04-742417F390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353525"/>
              </p:ext>
            </p:extLst>
          </p:nvPr>
        </p:nvGraphicFramePr>
        <p:xfrm>
          <a:off x="1749315" y="300314"/>
          <a:ext cx="2407647" cy="1626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1086116" imgH="733877" progId="ChemDraw.Document.6.0">
                  <p:embed/>
                </p:oleObj>
              </mc:Choice>
              <mc:Fallback>
                <p:oleObj name="CS ChemDraw Drawing" r:id="rId10" imgW="1086116" imgH="733877" progId="ChemDraw.Document.6.0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00A51128-20E6-29F7-3A21-E9727208F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49315" y="300314"/>
                        <a:ext cx="2407647" cy="16262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6794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8070209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8204433" cy="2097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C5C272C-0899-5DAD-1B8D-AC6923C9AA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16592"/>
              </p:ext>
            </p:extLst>
          </p:nvPr>
        </p:nvGraphicFramePr>
        <p:xfrm>
          <a:off x="8361959" y="574460"/>
          <a:ext cx="994906" cy="1382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432213" imgH="600252" progId="ChemDraw.Document.6.0">
                  <p:embed/>
                </p:oleObj>
              </mc:Choice>
              <mc:Fallback>
                <p:oleObj name="CS ChemDraw Drawing" r:id="rId2" imgW="432213" imgH="600252" progId="ChemDraw.Document.6.0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F2901740-DA1F-EAA0-53E3-C321D394A9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61959" y="574460"/>
                        <a:ext cx="994906" cy="13826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BB360CC-5651-9A0A-E013-2E624E5DA1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439903"/>
              </p:ext>
            </p:extLst>
          </p:nvPr>
        </p:nvGraphicFramePr>
        <p:xfrm>
          <a:off x="334897" y="2289228"/>
          <a:ext cx="4571054" cy="171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118006" imgH="793796" progId="ChemDraw.Document.6.0">
                  <p:embed/>
                </p:oleObj>
              </mc:Choice>
              <mc:Fallback>
                <p:oleObj name="CS ChemDraw Drawing" r:id="rId4" imgW="2118006" imgH="793796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DBE4E408-0C58-7891-8E38-E86011D1A6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4897" y="2289228"/>
                        <a:ext cx="4571054" cy="1713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658B9A4-7225-D8C5-338A-A41A28A74B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544050"/>
              </p:ext>
            </p:extLst>
          </p:nvPr>
        </p:nvGraphicFramePr>
        <p:xfrm>
          <a:off x="5049542" y="2289228"/>
          <a:ext cx="2236509" cy="171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1037738" imgH="794856" progId="ChemDraw.Document.6.0">
                  <p:embed/>
                </p:oleObj>
              </mc:Choice>
              <mc:Fallback>
                <p:oleObj name="CS ChemDraw Drawing" r:id="rId6" imgW="1037738" imgH="79485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49542" y="2289228"/>
                        <a:ext cx="2236509" cy="1713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1EC4114C-4039-72F1-0FF0-4F57C4BA6D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241579"/>
              </p:ext>
            </p:extLst>
          </p:nvPr>
        </p:nvGraphicFramePr>
        <p:xfrm>
          <a:off x="334897" y="4572645"/>
          <a:ext cx="3683656" cy="1523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1770321" imgH="732286" progId="ChemDraw.Document.6.0">
                  <p:embed/>
                </p:oleObj>
              </mc:Choice>
              <mc:Fallback>
                <p:oleObj name="CS ChemDraw Drawing" r:id="rId8" imgW="1770321" imgH="732286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8BADDFE3-CFFE-EEA8-6D7C-964E2F47E6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34897" y="4572645"/>
                        <a:ext cx="3683656" cy="15230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D82CBEAD-A747-B7F3-27AA-69BCC3E575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407985"/>
              </p:ext>
            </p:extLst>
          </p:nvPr>
        </p:nvGraphicFramePr>
        <p:xfrm>
          <a:off x="4102216" y="4572645"/>
          <a:ext cx="3683656" cy="1417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1770321" imgH="680851" progId="ChemDraw.Document.6.0">
                  <p:embed/>
                </p:oleObj>
              </mc:Choice>
              <mc:Fallback>
                <p:oleObj name="CS ChemDraw Drawing" r:id="rId10" imgW="1770321" imgH="68085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02216" y="4572645"/>
                        <a:ext cx="3683656" cy="1417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7076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9D5387-999A-2A85-90E8-98AC946BF6A6}"/>
              </a:ext>
            </a:extLst>
          </p:cNvPr>
          <p:cNvSpPr/>
          <p:nvPr/>
        </p:nvSpPr>
        <p:spPr>
          <a:xfrm>
            <a:off x="5906274" y="2093375"/>
            <a:ext cx="5906277" cy="2097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BABB19-4510-3E28-B5D5-7F9FEC28BC04}"/>
              </a:ext>
            </a:extLst>
          </p:cNvPr>
          <p:cNvSpPr/>
          <p:nvPr/>
        </p:nvSpPr>
        <p:spPr>
          <a:xfrm>
            <a:off x="0" y="2097248"/>
            <a:ext cx="5906277" cy="2097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55B51-B3A2-A1C1-8550-710785A2F6B6}"/>
              </a:ext>
            </a:extLst>
          </p:cNvPr>
          <p:cNvSpPr/>
          <p:nvPr/>
        </p:nvSpPr>
        <p:spPr>
          <a:xfrm>
            <a:off x="1" y="0"/>
            <a:ext cx="5906277" cy="2097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C060C-4AF7-B48A-5203-69D6D7BB17B2}"/>
              </a:ext>
            </a:extLst>
          </p:cNvPr>
          <p:cNvSpPr/>
          <p:nvPr/>
        </p:nvSpPr>
        <p:spPr>
          <a:xfrm>
            <a:off x="5906275" y="2051"/>
            <a:ext cx="5906277" cy="20951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5D51D-71E9-CA2F-27EE-3DD3B7585215}"/>
              </a:ext>
            </a:extLst>
          </p:cNvPr>
          <p:cNvSpPr/>
          <p:nvPr/>
        </p:nvSpPr>
        <p:spPr>
          <a:xfrm>
            <a:off x="0" y="4190394"/>
            <a:ext cx="5906277" cy="2097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E0EF7-BE90-7140-6DAF-55E44AD325E4}"/>
              </a:ext>
            </a:extLst>
          </p:cNvPr>
          <p:cNvSpPr/>
          <p:nvPr/>
        </p:nvSpPr>
        <p:spPr>
          <a:xfrm>
            <a:off x="5906274" y="4186292"/>
            <a:ext cx="5906277" cy="20972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0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Koninckx, Elsa Jeyuen</dc:creator>
  <cp:lastModifiedBy>Koninckx, Elsa Jeyuen</cp:lastModifiedBy>
  <cp:revision>4</cp:revision>
  <dcterms:created xsi:type="dcterms:W3CDTF">2023-08-14T19:25:46Z</dcterms:created>
  <dcterms:modified xsi:type="dcterms:W3CDTF">2023-08-15T16:19:30Z</dcterms:modified>
</cp:coreProperties>
</file>